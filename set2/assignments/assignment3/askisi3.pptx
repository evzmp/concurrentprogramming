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62" r:id="rId4"/>
    <p:sldId id="259" r:id="rId5"/>
    <p:sldId id="260" r:id="rId6"/>
    <p:sldId id="263" r:id="rId7"/>
  </p:sldIdLst>
  <p:sldSz cx="12192000" cy="6858000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Μεσαίο στυλ 2 - Έμφαση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Μεσαίο στυλ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67" autoAdjust="0"/>
    <p:restoredTop sz="94660"/>
  </p:normalViewPr>
  <p:slideViewPr>
    <p:cSldViewPr snapToGrid="0">
      <p:cViewPr>
        <p:scale>
          <a:sx n="150" d="100"/>
          <a:sy n="150" d="100"/>
        </p:scale>
        <p:origin x="576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33C0D5-E1F5-481E-9596-330DB891AFA2}" type="datetimeFigureOut">
              <a:rPr lang="el-GR" smtClean="0"/>
              <a:t>27/11/2021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0A052-7942-41CF-B178-D636C489F9C1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642685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25999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2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554242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3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139100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4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980200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5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914384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0A052-7942-41CF-B178-D636C489F9C1}" type="slidenum">
              <a:rPr lang="el-GR" smtClean="0"/>
              <a:t>6</a:t>
            </a:fld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875323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 smtClean="0"/>
              <a:t>Στυλ κύριου υπότιτλου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D64B-0F15-4039-8FBC-72B45DC644A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220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FA996-A19B-4BDD-A82C-AB08C8E38545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189293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4F0F1-95E1-4D7E-B2B4-E3024FFE3E67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783866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A38B7-B1B5-492F-8AE5-DA4F3996A54C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85845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4" name="Θέση περιεχομένου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Θέση κειμένου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6" name="Θέση περιεχομένου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Θέση ημερομηνίας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D118C-8210-4532-ACDD-520B2862F8DC}" type="datetime1">
              <a:rPr lang="el-GR" smtClean="0"/>
              <a:t>27/11/2021</a:t>
            </a:fld>
            <a:endParaRPr lang="el-GR"/>
          </a:p>
        </p:txBody>
      </p:sp>
      <p:sp>
        <p:nvSpPr>
          <p:cNvPr id="8" name="Θέση υποσέλιδου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9" name="Θέση αριθμού διαφάνειας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75293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4A3F-8F91-4092-AD6D-5981F420888C}" type="datetime1">
              <a:rPr lang="el-GR" smtClean="0"/>
              <a:t>27/11/2021</a:t>
            </a:fld>
            <a:endParaRPr lang="el-GR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041557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ημερομηνίας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54BBB-9B88-4C2A-99DC-6177C00EE0F1}" type="datetime1">
              <a:rPr lang="el-GR" smtClean="0"/>
              <a:t>27/11/2021</a:t>
            </a:fld>
            <a:endParaRPr lang="el-GR"/>
          </a:p>
        </p:txBody>
      </p:sp>
      <p:sp>
        <p:nvSpPr>
          <p:cNvPr id="3" name="Θέση υποσέλιδου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8815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236A0-F61F-4AEF-980A-7EA8613CC92E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13455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εικόνας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Θέση κειμένου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 smtClean="0"/>
              <a:t>Στυλ υποδείγματος κειμένου</a:t>
            </a:r>
          </a:p>
        </p:txBody>
      </p:sp>
      <p:sp>
        <p:nvSpPr>
          <p:cNvPr id="5" name="Θέση ημερομηνίας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AA5A8-D45B-4F9D-9132-15C5B3A1F61B}" type="datetime1">
              <a:rPr lang="el-GR" smtClean="0"/>
              <a:t>27/11/2021</a:t>
            </a:fld>
            <a:endParaRPr lang="el-GR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31010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98249-7372-42C7-B177-5B4F7B050731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836315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Κατακόρυφος τίτλος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ατακόρυφου κειμένου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DDA62-E08B-49AC-BE9B-042B458506FD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013697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τίτλου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Στυλ κύριου τίτλου</a:t>
            </a:r>
            <a:endParaRPr lang="el-GR"/>
          </a:p>
        </p:txBody>
      </p:sp>
      <p:sp>
        <p:nvSpPr>
          <p:cNvPr id="3" name="Θέση κειμένου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Στυλ υποδείγματος κειμένου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5DD8AF-4072-45F5-8FAB-F082D1787B4C}" type="datetime1">
              <a:rPr lang="el-GR" smtClean="0"/>
              <a:t>27/11/2021</a:t>
            </a:fld>
            <a:endParaRPr lang="el-GR"/>
          </a:p>
        </p:txBody>
      </p:sp>
      <p:sp>
        <p:nvSpPr>
          <p:cNvPr id="5" name="Θέση υποσέλιδου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ECE321 Concurrent Programming 2021-2022</a:t>
            </a:r>
            <a:endParaRPr lang="el-GR"/>
          </a:p>
        </p:txBody>
      </p:sp>
      <p:sp>
        <p:nvSpPr>
          <p:cNvPr id="6" name="Θέση αριθμού διαφάνειας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5DC-FA73-4DC1-B7FD-3CFA1F3B661A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0992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131" y="2025180"/>
            <a:ext cx="10289309" cy="1030638"/>
          </a:xfrm>
        </p:spPr>
        <p:txBody>
          <a:bodyPr>
            <a:normAutofit/>
          </a:bodyPr>
          <a:lstStyle/>
          <a:p>
            <a:r>
              <a:rPr lang="en-US" dirty="0" smtClean="0"/>
              <a:t>Semaphore bridge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17649" y="32575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371325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Περιγραφή λύσης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8" y="1279535"/>
            <a:ext cx="9144000" cy="1607871"/>
          </a:xfrm>
        </p:spPr>
        <p:txBody>
          <a:bodyPr>
            <a:normAutofit/>
          </a:bodyPr>
          <a:lstStyle/>
          <a:p>
            <a:r>
              <a:rPr lang="el-GR" sz="1600" dirty="0" smtClean="0"/>
              <a:t>Ο στόχος είναι να διέρχονται οχήματα έτσι ώστε: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l-GR" sz="1600" dirty="0" smtClean="0"/>
              <a:t>Να μην υπάρχει περίπτωση δύο οχήματα αντίθετης κατεύθυνσης να βρίσκονται πάνω στη γέφυρα,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l-GR" sz="1600" dirty="0" smtClean="0"/>
              <a:t>Να μην υπάρχει λιμοκτονία δηλαδή ένα αυτοκίνητο να μην μπορέσει να περάσει ποτέ τη γέφυρα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l-GR" sz="1600" dirty="0" smtClean="0"/>
              <a:t>Να μην υπάρχουν πάνω στη γέφυρα παραπάνω οχήματα από τη χωρητικότητά της.</a:t>
            </a:r>
            <a:endParaRPr lang="el-GR" sz="1800" dirty="0" smtClean="0"/>
          </a:p>
        </p:txBody>
      </p:sp>
      <p:sp>
        <p:nvSpPr>
          <p:cNvPr id="6" name="Υπότιτλος 2"/>
          <p:cNvSpPr txBox="1">
            <a:spLocks/>
          </p:cNvSpPr>
          <p:nvPr/>
        </p:nvSpPr>
        <p:spPr>
          <a:xfrm>
            <a:off x="1523998" y="3234153"/>
            <a:ext cx="9144000" cy="15756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l-GR" sz="1800" dirty="0" smtClean="0"/>
              <a:t>Επιτυγχάνουμε αμοιβαίο αποκλεισμό με έναν σηματοφόρο </a:t>
            </a:r>
            <a:r>
              <a:rPr lang="en-US" sz="1800" dirty="0" err="1" smtClean="0"/>
              <a:t>mtx</a:t>
            </a:r>
            <a:r>
              <a:rPr lang="el-GR" sz="1800" dirty="0" smtClean="0"/>
              <a:t> και κάνουμε </a:t>
            </a:r>
            <a:r>
              <a:rPr lang="en-US" sz="1800" dirty="0" smtClean="0"/>
              <a:t>signal </a:t>
            </a:r>
            <a:r>
              <a:rPr lang="el-GR" sz="1800" dirty="0" smtClean="0"/>
              <a:t>τα αυτοκίνητα κάθε κατηγορίας με δύο άλλους σηματοφόρους </a:t>
            </a:r>
            <a:r>
              <a:rPr lang="en-US" sz="1800" dirty="0" smtClean="0"/>
              <a:t>go left </a:t>
            </a:r>
            <a:r>
              <a:rPr lang="el-GR" sz="1800" dirty="0" smtClean="0"/>
              <a:t>και </a:t>
            </a:r>
            <a:r>
              <a:rPr lang="en-US" sz="1800" dirty="0" smtClean="0"/>
              <a:t>go right.</a:t>
            </a:r>
            <a:endParaRPr lang="el-GR" sz="1800" dirty="0" smtClean="0"/>
          </a:p>
        </p:txBody>
      </p:sp>
    </p:spTree>
    <p:extLst>
      <p:ext uri="{BB962C8B-B14F-4D97-AF65-F5344CB8AC3E}">
        <p14:creationId xmlns:p14="http://schemas.microsoft.com/office/powerpoint/2010/main" val="110097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Περιγραφή λύσης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3" name="Υπότιτλος 2"/>
          <p:cNvSpPr>
            <a:spLocks noGrp="1"/>
          </p:cNvSpPr>
          <p:nvPr>
            <p:ph type="subTitle" idx="1"/>
          </p:nvPr>
        </p:nvSpPr>
        <p:spPr>
          <a:xfrm>
            <a:off x="1523998" y="1279535"/>
            <a:ext cx="9144000" cy="1293301"/>
          </a:xfrm>
        </p:spPr>
        <p:txBody>
          <a:bodyPr>
            <a:normAutofit/>
          </a:bodyPr>
          <a:lstStyle/>
          <a:p>
            <a:r>
              <a:rPr lang="el-GR" sz="2000" dirty="0" smtClean="0"/>
              <a:t>Ένα αυτοκίνητο επιτρέπεται να περάσει τη γέφυρα όταν: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Γέφυρα κενή και είναι η σειρά του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l-GR" sz="1800" dirty="0" smtClean="0"/>
              <a:t>Γέφυρα έχει αυτοκίνητα ίδιου τύπου (αλλά δεν είναι γεμάτη)</a:t>
            </a:r>
          </a:p>
        </p:txBody>
      </p:sp>
      <p:sp>
        <p:nvSpPr>
          <p:cNvPr id="6" name="Υπότιτλος 2"/>
          <p:cNvSpPr txBox="1">
            <a:spLocks/>
          </p:cNvSpPr>
          <p:nvPr/>
        </p:nvSpPr>
        <p:spPr>
          <a:xfrm>
            <a:off x="1523998" y="2741708"/>
            <a:ext cx="9144000" cy="1607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l-GR" sz="1800" dirty="0" smtClean="0"/>
              <a:t>Ένα αυτοκίνητο, περνώντας τη γέφυρα ελέγχει την ουρά των απέναντι αυτοκινήτων και την ουρά της δικής του πλευράς και αναλόγως λαμβάνει αποφάσεις για το ποιόν θα ξυπνήσει (αν ξυπνήσει κάποιον).</a:t>
            </a:r>
          </a:p>
          <a:p>
            <a:pPr algn="l"/>
            <a:r>
              <a:rPr lang="el-GR" sz="1800" dirty="0" smtClean="0"/>
              <a:t>Για να βεβαιώσουμε την «δικαιοσύνη» στη λύση μας αλλάζουμε τη σειρά κατεύθυνσης όταν περάσουν το πολύ </a:t>
            </a:r>
            <a:r>
              <a:rPr lang="en-US" sz="1800" dirty="0" smtClean="0"/>
              <a:t>N </a:t>
            </a:r>
            <a:r>
              <a:rPr lang="el-GR" sz="1800" dirty="0" smtClean="0"/>
              <a:t>αυτοκίνητα μιας κατεύθυνσης, όπου Ν το μέγεθος της γέφυρας.</a:t>
            </a:r>
            <a:endParaRPr lang="el-GR" sz="1800" dirty="0"/>
          </a:p>
        </p:txBody>
      </p:sp>
    </p:spTree>
    <p:extLst>
      <p:ext uri="{BB962C8B-B14F-4D97-AF65-F5344CB8AC3E}">
        <p14:creationId xmlns:p14="http://schemas.microsoft.com/office/powerpoint/2010/main" val="363203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</a:t>
            </a:r>
            <a:r>
              <a:rPr lang="en-US" dirty="0" smtClean="0"/>
              <a:t> car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813201" y="1105486"/>
            <a:ext cx="10565593" cy="656640"/>
          </a:xfrm>
        </p:spPr>
        <p:txBody>
          <a:bodyPr>
            <a:noAutofit/>
          </a:bodyPr>
          <a:lstStyle/>
          <a:p>
            <a:pPr algn="l"/>
            <a:r>
              <a:rPr lang="el-GR" sz="2000" dirty="0" smtClean="0"/>
              <a:t>Το </a:t>
            </a:r>
            <a:r>
              <a:rPr lang="en-US" sz="2000" dirty="0" smtClean="0"/>
              <a:t>car thread </a:t>
            </a:r>
            <a:r>
              <a:rPr lang="el-GR" sz="2000" dirty="0" smtClean="0"/>
              <a:t>ελέγχει την κατεύθυνσή του και αναλόγως περνά ή όχι την γέφυρα.</a:t>
            </a:r>
            <a:endParaRPr lang="el-GR" sz="2000" dirty="0" smtClean="0"/>
          </a:p>
        </p:txBody>
      </p:sp>
      <p:sp>
        <p:nvSpPr>
          <p:cNvPr id="6" name="Υπότιτλος 6"/>
          <p:cNvSpPr txBox="1">
            <a:spLocks/>
          </p:cNvSpPr>
          <p:nvPr/>
        </p:nvSpPr>
        <p:spPr>
          <a:xfrm>
            <a:off x="951344" y="2067510"/>
            <a:ext cx="10565593" cy="319028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 smtClean="0">
                <a:latin typeface="Consolas" panose="020B0609020204030204" pitchFamily="49" charset="0"/>
              </a:rPr>
              <a:t>if(bridge has same type cars AND it is our turn OR bridge is empty)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smtClean="0">
                <a:latin typeface="Consolas" panose="020B0609020204030204" pitchFamily="49" charset="0"/>
              </a:rPr>
              <a:t>pass the bridge</a:t>
            </a:r>
          </a:p>
          <a:p>
            <a:pPr algn="l"/>
            <a:r>
              <a:rPr lang="en-US" sz="1600" dirty="0" smtClean="0">
                <a:latin typeface="Consolas" panose="020B0609020204030204" pitchFamily="49" charset="0"/>
              </a:rPr>
              <a:t>else if(bridge has different type cars OR bridge has same type cars and is full OR it isn’t our turn)</a:t>
            </a:r>
          </a:p>
          <a:p>
            <a:pPr algn="l"/>
            <a:r>
              <a:rPr lang="en-US" sz="1600" dirty="0">
                <a:latin typeface="Consolas" panose="020B0609020204030204" pitchFamily="49" charset="0"/>
              </a:rPr>
              <a:t>	</a:t>
            </a:r>
            <a:r>
              <a:rPr lang="en-US" sz="1600" dirty="0" smtClean="0">
                <a:latin typeface="Consolas" panose="020B0609020204030204" pitchFamily="49" charset="0"/>
              </a:rPr>
              <a:t>don’t pass (block)</a:t>
            </a:r>
          </a:p>
          <a:p>
            <a:pPr algn="l"/>
            <a:r>
              <a:rPr lang="en-US" sz="1600" dirty="0" smtClean="0">
                <a:latin typeface="Consolas" panose="020B0609020204030204" pitchFamily="49" charset="0"/>
              </a:rPr>
              <a:t>sleep(time to pass)</a:t>
            </a:r>
          </a:p>
          <a:p>
            <a:pPr algn="l"/>
            <a:r>
              <a:rPr lang="en-US" sz="1600" dirty="0" smtClean="0">
                <a:latin typeface="Consolas" panose="020B0609020204030204" pitchFamily="49" charset="0"/>
              </a:rPr>
              <a:t>awake (or not) next cars depending on turn, “fairness” counter, left queue and right queue values</a:t>
            </a:r>
            <a:endParaRPr lang="el-GR" sz="1600" dirty="0" smtClean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0841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51344" y="19058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Λειτουργία </a:t>
            </a:r>
            <a:r>
              <a:rPr lang="en-US" dirty="0" smtClean="0"/>
              <a:t>main thread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7" name="Υπότιτλος 6"/>
          <p:cNvSpPr>
            <a:spLocks noGrp="1"/>
          </p:cNvSpPr>
          <p:nvPr>
            <p:ph type="subTitle" idx="1"/>
          </p:nvPr>
        </p:nvSpPr>
        <p:spPr>
          <a:xfrm>
            <a:off x="1165221" y="1234530"/>
            <a:ext cx="9861553" cy="2175420"/>
          </a:xfrm>
        </p:spPr>
        <p:txBody>
          <a:bodyPr>
            <a:normAutofit/>
          </a:bodyPr>
          <a:lstStyle/>
          <a:p>
            <a:pPr algn="l"/>
            <a:r>
              <a:rPr lang="el-GR" sz="2000" dirty="0" smtClean="0"/>
              <a:t>Η </a:t>
            </a:r>
            <a:r>
              <a:rPr lang="en-US" sz="2000" dirty="0" smtClean="0"/>
              <a:t>main thread </a:t>
            </a:r>
            <a:r>
              <a:rPr lang="el-GR" sz="2000" dirty="0" smtClean="0"/>
              <a:t>παράγει αυτοκίνητα. Δεν διαχειρίζεται η ίδια τα αυτοκίνητα ούτε ελέγχει το μπλοκάρισμα των σηματοφόρων.</a:t>
            </a:r>
          </a:p>
          <a:p>
            <a:pPr algn="l"/>
            <a:r>
              <a:rPr lang="el-GR" sz="2000" dirty="0" smtClean="0"/>
              <a:t>Όλη η επικοινωνία γι</a:t>
            </a:r>
            <a:r>
              <a:rPr lang="el-GR" sz="2000" dirty="0" smtClean="0"/>
              <a:t>α το ποιος θα περάσει </a:t>
            </a:r>
            <a:r>
              <a:rPr lang="el-GR" sz="2000" dirty="0" smtClean="0"/>
              <a:t>γίνεται μεταξύ των ίδιων των αυτοκινήτων.</a:t>
            </a:r>
            <a:endParaRPr lang="el-GR" sz="2000" dirty="0" smtClean="0"/>
          </a:p>
        </p:txBody>
      </p:sp>
    </p:spTree>
    <p:extLst>
      <p:ext uri="{BB962C8B-B14F-4D97-AF65-F5344CB8AC3E}">
        <p14:creationId xmlns:p14="http://schemas.microsoft.com/office/powerpoint/2010/main" val="4153425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ctrTitle"/>
          </p:nvPr>
        </p:nvSpPr>
        <p:spPr>
          <a:xfrm>
            <a:off x="964044" y="1784438"/>
            <a:ext cx="10289309" cy="835746"/>
          </a:xfrm>
        </p:spPr>
        <p:txBody>
          <a:bodyPr>
            <a:normAutofit fontScale="90000"/>
          </a:bodyPr>
          <a:lstStyle/>
          <a:p>
            <a:r>
              <a:rPr lang="el-GR" dirty="0" smtClean="0"/>
              <a:t>Σας ευχαριστούμε!</a:t>
            </a:r>
            <a:endParaRPr lang="el-GR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11"/>
          </p:nvPr>
        </p:nvSpPr>
        <p:spPr>
          <a:xfrm>
            <a:off x="4038599" y="6356350"/>
            <a:ext cx="4114800" cy="365125"/>
          </a:xfrm>
        </p:spPr>
        <p:txBody>
          <a:bodyPr/>
          <a:lstStyle/>
          <a:p>
            <a:r>
              <a:rPr lang="en-US" dirty="0" smtClean="0"/>
              <a:t>ECE321 Concurrent Programming 2021-2022</a:t>
            </a:r>
            <a:endParaRPr lang="el-GR" dirty="0"/>
          </a:p>
        </p:txBody>
      </p:sp>
      <p:sp>
        <p:nvSpPr>
          <p:cNvPr id="6" name="Υπότιτλος 2"/>
          <p:cNvSpPr>
            <a:spLocks noGrp="1"/>
          </p:cNvSpPr>
          <p:nvPr>
            <p:ph type="subTitle" idx="1"/>
          </p:nvPr>
        </p:nvSpPr>
        <p:spPr>
          <a:xfrm>
            <a:off x="1536698" y="2927350"/>
            <a:ext cx="9144000" cy="692727"/>
          </a:xfrm>
        </p:spPr>
        <p:txBody>
          <a:bodyPr/>
          <a:lstStyle/>
          <a:p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Zampras</a:t>
            </a:r>
            <a:r>
              <a:rPr lang="en-US" sz="1800" dirty="0"/>
              <a:t> </a:t>
            </a:r>
            <a:r>
              <a:rPr lang="en-US" sz="1800" dirty="0" smtClean="0"/>
              <a:t>| </a:t>
            </a:r>
            <a:r>
              <a:rPr lang="en-US" sz="1800" dirty="0" err="1" smtClean="0"/>
              <a:t>Evangelos</a:t>
            </a:r>
            <a:r>
              <a:rPr lang="en-US" sz="1800" dirty="0" smtClean="0"/>
              <a:t> </a:t>
            </a:r>
            <a:r>
              <a:rPr lang="en-US" sz="1800" dirty="0" err="1" smtClean="0"/>
              <a:t>Balamotis</a:t>
            </a:r>
            <a:endParaRPr lang="en-US" sz="1800" dirty="0" smtClean="0"/>
          </a:p>
          <a:p>
            <a:r>
              <a:rPr lang="en-US" sz="1600" dirty="0" smtClean="0"/>
              <a:t>ECE, University of Thessaly</a:t>
            </a:r>
            <a:endParaRPr lang="el-GR" sz="1600" dirty="0"/>
          </a:p>
        </p:txBody>
      </p:sp>
    </p:spTree>
    <p:extLst>
      <p:ext uri="{BB962C8B-B14F-4D97-AF65-F5344CB8AC3E}">
        <p14:creationId xmlns:p14="http://schemas.microsoft.com/office/powerpoint/2010/main" val="220817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294</Words>
  <Application>Microsoft Office PowerPoint</Application>
  <PresentationFormat>Ευρεία οθόνη</PresentationFormat>
  <Paragraphs>41</Paragraphs>
  <Slides>6</Slides>
  <Notes>6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4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Θέμα του Office</vt:lpstr>
      <vt:lpstr>Semaphore bridge</vt:lpstr>
      <vt:lpstr>Περιγραφή λύσης</vt:lpstr>
      <vt:lpstr>Περιγραφή λύσης</vt:lpstr>
      <vt:lpstr>Λειτουργία car thread</vt:lpstr>
      <vt:lpstr>Λειτουργία main thread</vt:lpstr>
      <vt:lpstr>Σας ευχαριστούμε!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thread-safe pipe implementation</dc:title>
  <dc:creator>evan</dc:creator>
  <cp:lastModifiedBy>evan</cp:lastModifiedBy>
  <cp:revision>34</cp:revision>
  <dcterms:created xsi:type="dcterms:W3CDTF">2021-11-01T11:33:56Z</dcterms:created>
  <dcterms:modified xsi:type="dcterms:W3CDTF">2021-11-27T21:23:41Z</dcterms:modified>
</cp:coreProperties>
</file>