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Μεσαίο στυλ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5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3C0D5-E1F5-481E-9596-330DB891AFA2}" type="datetimeFigureOut">
              <a:rPr lang="el-GR" smtClean="0"/>
              <a:t>27/11/2021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0A052-7942-41CF-B178-D636C489F9C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4268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25999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2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980200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3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891438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 smtClean="0"/>
              <a:t>Στυλ κύριου υπότιτλου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D64B-0F15-4039-8FBC-72B45DC644A7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6220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A996-A19B-4BDD-A82C-AB08C8E38545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929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4F0F1-95E1-4D7E-B2B4-E3024FFE3E67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8386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A38B7-B1B5-492F-8AE5-DA4F3996A54C}" type="datetime1">
              <a:rPr lang="el-GR" smtClean="0"/>
              <a:t>27/11/2021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5845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D118C-8210-4532-ACDD-520B2862F8DC}" type="datetime1">
              <a:rPr lang="el-GR" smtClean="0"/>
              <a:t>27/11/2021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7529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4A3F-8F91-4092-AD6D-5981F420888C}" type="datetime1">
              <a:rPr lang="el-GR" smtClean="0"/>
              <a:t>27/11/2021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4155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54BBB-9B88-4C2A-99DC-6177C00EE0F1}" type="datetime1">
              <a:rPr lang="el-GR" smtClean="0"/>
              <a:t>27/11/2021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8815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236A0-F61F-4AEF-980A-7EA8613CC92E}" type="datetime1">
              <a:rPr lang="el-GR" smtClean="0"/>
              <a:t>27/11/2021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3455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AA5A8-D45B-4F9D-9132-15C5B3A1F61B}" type="datetime1">
              <a:rPr lang="el-GR" smtClean="0"/>
              <a:t>27/11/2021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101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98249-7372-42C7-B177-5B4F7B050731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8363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DA62-E08B-49AC-BE9B-042B458506FD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369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D8AF-4072-45F5-8FAB-F082D1787B4C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992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44994" y="233053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 binary semaphore library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17649" y="3257550"/>
            <a:ext cx="9144000" cy="692727"/>
          </a:xfrm>
        </p:spPr>
        <p:txBody>
          <a:bodyPr/>
          <a:lstStyle/>
          <a:p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Zampras</a:t>
            </a:r>
            <a:r>
              <a:rPr lang="en-US" sz="1800" dirty="0"/>
              <a:t> </a:t>
            </a:r>
            <a:r>
              <a:rPr lang="en-US" sz="1800" dirty="0" smtClean="0"/>
              <a:t>| </a:t>
            </a:r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Balamotis</a:t>
            </a:r>
            <a:endParaRPr lang="en-US" sz="1800" dirty="0" smtClean="0"/>
          </a:p>
          <a:p>
            <a:r>
              <a:rPr lang="en-US" sz="1600" dirty="0" smtClean="0"/>
              <a:t>ECE, University of Thessaly</a:t>
            </a:r>
            <a:endParaRPr lang="el-GR" sz="1600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71325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Συναρτήσεις βιβλιοθήκης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1523998" y="1042209"/>
            <a:ext cx="9144000" cy="339161"/>
          </a:xfrm>
        </p:spPr>
        <p:txBody>
          <a:bodyPr>
            <a:normAutofit/>
          </a:bodyPr>
          <a:lstStyle/>
          <a:p>
            <a:pPr algn="l"/>
            <a:r>
              <a:rPr lang="el-GR" sz="1800" dirty="0" smtClean="0"/>
              <a:t>Κατασκευάσαμε τις εξής συναρτήσεις ως </a:t>
            </a:r>
            <a:r>
              <a:rPr lang="en-US" sz="1800" dirty="0" smtClean="0"/>
              <a:t>“API” </a:t>
            </a:r>
            <a:r>
              <a:rPr lang="el-GR" sz="1800" dirty="0" smtClean="0"/>
              <a:t>της βιβλιοθήκης:</a:t>
            </a:r>
          </a:p>
        </p:txBody>
      </p:sp>
      <p:graphicFrame>
        <p:nvGraphicFramePr>
          <p:cNvPr id="3" name="Πίνακας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033916"/>
              </p:ext>
            </p:extLst>
          </p:nvPr>
        </p:nvGraphicFramePr>
        <p:xfrm>
          <a:off x="1731008" y="1562100"/>
          <a:ext cx="8759192" cy="443921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358642"/>
                <a:gridCol w="4400550"/>
              </a:tblGrid>
              <a:tr h="691881">
                <a:tc>
                  <a:txBody>
                    <a:bodyPr/>
                    <a:lstStyle/>
                    <a:p>
                      <a:pPr algn="ctr"/>
                      <a:r>
                        <a:rPr lang="el-GR" sz="1600" b="1" dirty="0" smtClean="0">
                          <a:solidFill>
                            <a:schemeClr val="tx1"/>
                          </a:solidFill>
                        </a:rPr>
                        <a:t>Συνάρτηση</a:t>
                      </a:r>
                      <a:r>
                        <a:rPr lang="en-US" sz="1600" b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l-G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b="1" dirty="0" smtClean="0">
                          <a:solidFill>
                            <a:schemeClr val="tx1"/>
                          </a:solidFill>
                        </a:rPr>
                        <a:t>Χρήση</a:t>
                      </a:r>
                      <a:endParaRPr lang="el-G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6082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mysem_init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mysem_t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*s, 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n);</a:t>
                      </a:r>
                      <a:endParaRPr lang="el-GR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 smtClean="0"/>
                        <a:t>Αρχικοποίηση σηματοφόρου με τιμή n. Επιστρέφει 1 για επιτυχία, 0 αν το n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756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mysem_down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mysem_t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*s); </a:t>
                      </a:r>
                      <a:endParaRPr lang="el-GR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 smtClean="0"/>
                        <a:t>Μείωση σηματοφόρου κατά 1. Επιστρέφει 1 για επιτυχία ή -1 αν ο σηματοφόρος δεν έχει </a:t>
                      </a:r>
                      <a:r>
                        <a:rPr lang="el-GR" sz="1600" dirty="0" err="1" smtClean="0"/>
                        <a:t>αρχικοποιηθεί</a:t>
                      </a:r>
                      <a:r>
                        <a:rPr lang="el-GR" sz="1600" dirty="0" smtClean="0"/>
                        <a:t>. 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351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mysem_up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mysem_t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*s); </a:t>
                      </a:r>
                      <a:endParaRPr lang="el-GR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 smtClean="0"/>
                        <a:t>Αύξηση σηματοφόρου κατά 1. Επιστρέφει 1 για επιτυχία, 0 αν ο σηματοφόρος είναι ήδη 1 ή -1 αν ο σηματοφόρος δεν έχει </a:t>
                      </a:r>
                      <a:r>
                        <a:rPr lang="el-GR" sz="1600" dirty="0" err="1" smtClean="0"/>
                        <a:t>αρχικοποιηθεί</a:t>
                      </a:r>
                      <a:r>
                        <a:rPr lang="el-GR" sz="1600" dirty="0" smtClean="0"/>
                        <a:t>. 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7568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mysem_destroy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 smtClean="0">
                          <a:latin typeface="Consolas" panose="020B0609020204030204" pitchFamily="49" charset="0"/>
                        </a:rPr>
                        <a:t>mysem_t</a:t>
                      </a:r>
                      <a:r>
                        <a:rPr lang="en-US" sz="1600" dirty="0" smtClean="0">
                          <a:latin typeface="Consolas" panose="020B0609020204030204" pitchFamily="49" charset="0"/>
                        </a:rPr>
                        <a:t> *s);</a:t>
                      </a:r>
                      <a:endParaRPr lang="el-GR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 smtClean="0"/>
                        <a:t>Καταστρέφει τον σηματοφόρο. Επιστρέφει 1 για επιτυχία ή -1 αν ο σηματοφόρος δεν έχει </a:t>
                      </a:r>
                      <a:r>
                        <a:rPr lang="el-GR" sz="1600" dirty="0" err="1" smtClean="0"/>
                        <a:t>αρχικοποιηθεί</a:t>
                      </a:r>
                      <a:r>
                        <a:rPr lang="el-GR" sz="1600" dirty="0" smtClean="0"/>
                        <a:t>. </a:t>
                      </a:r>
                      <a:endParaRPr lang="el-G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841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Υλοποίηση βιβλιοθήκης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1523998" y="1282700"/>
            <a:ext cx="9144000" cy="4630420"/>
          </a:xfrm>
        </p:spPr>
        <p:txBody>
          <a:bodyPr>
            <a:normAutofit/>
          </a:bodyPr>
          <a:lstStyle/>
          <a:p>
            <a:pPr algn="l"/>
            <a:r>
              <a:rPr lang="el-GR" sz="1800" dirty="0" smtClean="0"/>
              <a:t>Η βιβλιοθήκη υλοποιεί δυαδικούς (</a:t>
            </a:r>
            <a:r>
              <a:rPr lang="en-US" sz="1800" dirty="0" smtClean="0"/>
              <a:t>binary) </a:t>
            </a:r>
            <a:r>
              <a:rPr lang="el-GR" sz="1800" dirty="0" smtClean="0"/>
              <a:t>σηματοφόρους με χρήση γενικών</a:t>
            </a:r>
            <a:r>
              <a:rPr lang="en-US" sz="1800" dirty="0" smtClean="0"/>
              <a:t> </a:t>
            </a:r>
            <a:r>
              <a:rPr lang="el-GR" sz="1800" dirty="0" smtClean="0"/>
              <a:t>σηματοφόρων του </a:t>
            </a:r>
            <a:r>
              <a:rPr lang="en-US" sz="1800" dirty="0" smtClean="0"/>
              <a:t>System V. </a:t>
            </a:r>
            <a:r>
              <a:rPr lang="el-GR" sz="1800" dirty="0" smtClean="0"/>
              <a:t>Στηρίζεται στο ότι όταν καλούμε την</a:t>
            </a:r>
            <a:r>
              <a:rPr lang="en-US" sz="1800" dirty="0" smtClean="0"/>
              <a:t> </a:t>
            </a:r>
            <a:r>
              <a:rPr lang="en-US" sz="1800" dirty="0" err="1" smtClean="0"/>
              <a:t>mysem_up</a:t>
            </a:r>
            <a:r>
              <a:rPr lang="en-US" sz="1800" dirty="0" smtClean="0"/>
              <a:t>() </a:t>
            </a:r>
            <a:r>
              <a:rPr lang="el-GR" sz="1800" dirty="0" smtClean="0"/>
              <a:t>δεν αυξάνουμε την τιμή του σηματοφόρου </a:t>
            </a:r>
            <a:r>
              <a:rPr lang="en-US" sz="1800" dirty="0" smtClean="0"/>
              <a:t>IPC V </a:t>
            </a:r>
            <a:r>
              <a:rPr lang="el-GR" sz="1800" dirty="0" smtClean="0"/>
              <a:t>πάνω από 1, παρόλο που αυτός είναι γενικός.</a:t>
            </a:r>
            <a:endParaRPr lang="el-GR" sz="1800" dirty="0" smtClean="0"/>
          </a:p>
        </p:txBody>
      </p:sp>
    </p:spTree>
    <p:extLst>
      <p:ext uri="{BB962C8B-B14F-4D97-AF65-F5344CB8AC3E}">
        <p14:creationId xmlns:p14="http://schemas.microsoft.com/office/powerpoint/2010/main" val="4153425492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190</Words>
  <Application>Microsoft Office PowerPoint</Application>
  <PresentationFormat>Ευρεία οθόνη</PresentationFormat>
  <Paragraphs>23</Paragraphs>
  <Slides>3</Slides>
  <Notes>3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Consolas</vt:lpstr>
      <vt:lpstr>Θέμα του Office</vt:lpstr>
      <vt:lpstr>A binary semaphore library</vt:lpstr>
      <vt:lpstr>Συναρτήσεις βιβλιοθήκης</vt:lpstr>
      <vt:lpstr>Υλοποίηση βιβλιοθήκης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thread-safe pipe implementation</dc:title>
  <dc:creator>evan</dc:creator>
  <cp:lastModifiedBy>evan</cp:lastModifiedBy>
  <cp:revision>21</cp:revision>
  <dcterms:created xsi:type="dcterms:W3CDTF">2021-11-01T11:33:56Z</dcterms:created>
  <dcterms:modified xsi:type="dcterms:W3CDTF">2021-11-27T10:30:38Z</dcterms:modified>
</cp:coreProperties>
</file>