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1" r:id="rId3"/>
    <p:sldId id="259" r:id="rId4"/>
    <p:sldId id="260" r:id="rId5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11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24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18/12/2021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18/12/2021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18/12/2021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18/12/2021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18/12/2021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18/12/2021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1509680"/>
            <a:ext cx="10289309" cy="160750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Multithreaded prime calculation with monitors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Αναλογία με παραγωγό-καταναλωτή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296932" y="1310102"/>
            <a:ext cx="9598132" cy="1936326"/>
          </a:xfrm>
        </p:spPr>
        <p:txBody>
          <a:bodyPr>
            <a:normAutofit/>
          </a:bodyPr>
          <a:lstStyle/>
          <a:p>
            <a:pPr algn="l"/>
            <a:r>
              <a:rPr lang="el-GR" sz="1800" dirty="0" smtClean="0"/>
              <a:t>Παρατηρούμε άμεσα ότι πρόκειται για πρόβλημα ενός παραγωγού και πολλών καταναλωτών με </a:t>
            </a:r>
            <a:r>
              <a:rPr lang="en-US" sz="1800" dirty="0" smtClean="0"/>
              <a:t>buffer </a:t>
            </a:r>
            <a:r>
              <a:rPr lang="el-GR" sz="1800" dirty="0" smtClean="0"/>
              <a:t>μεγέθους ενός στοιχείου.</a:t>
            </a:r>
          </a:p>
          <a:p>
            <a:pPr algn="l"/>
            <a:r>
              <a:rPr lang="el-GR" sz="1800" dirty="0" smtClean="0"/>
              <a:t>Τα </a:t>
            </a:r>
            <a:r>
              <a:rPr lang="en-US" sz="1800" dirty="0"/>
              <a:t>race conditions </a:t>
            </a:r>
            <a:r>
              <a:rPr lang="el-GR" sz="1800" dirty="0"/>
              <a:t>που παρατηρούμε είναι </a:t>
            </a:r>
            <a:r>
              <a:rPr lang="el-GR" sz="1800" dirty="0" smtClean="0"/>
              <a:t>ότι ο κάθε καταναλωτής πρέπει να λαμβάνει μία μοναδική τιμή για να επεξεργαστεί και να μη χάνονται ενδιάμεσες τιμές.</a:t>
            </a:r>
          </a:p>
          <a:p>
            <a:pPr algn="l"/>
            <a:r>
              <a:rPr lang="el-GR" sz="1800" dirty="0" smtClean="0"/>
              <a:t>Για να αποφύγουμε τα </a:t>
            </a:r>
            <a:r>
              <a:rPr lang="en-US" sz="1800" dirty="0" smtClean="0"/>
              <a:t>race conditions </a:t>
            </a:r>
            <a:r>
              <a:rPr lang="el-GR" sz="1800" dirty="0" smtClean="0"/>
              <a:t>χρησιμοποιούμε </a:t>
            </a:r>
            <a:r>
              <a:rPr lang="en-US" sz="1800" dirty="0" err="1" smtClean="0"/>
              <a:t>mutexes</a:t>
            </a:r>
            <a:r>
              <a:rPr lang="en-US" sz="1800" dirty="0" smtClean="0"/>
              <a:t> </a:t>
            </a:r>
            <a:r>
              <a:rPr lang="el-GR" sz="1800" dirty="0" smtClean="0"/>
              <a:t>και </a:t>
            </a:r>
            <a:r>
              <a:rPr lang="en-US" sz="1800" dirty="0" smtClean="0"/>
              <a:t>condition variables </a:t>
            </a:r>
            <a:r>
              <a:rPr lang="el-GR" sz="1800" dirty="0" smtClean="0"/>
              <a:t>υλοποιώντας </a:t>
            </a:r>
            <a:r>
              <a:rPr lang="en-US" sz="1800" dirty="0" smtClean="0"/>
              <a:t>monitors. </a:t>
            </a:r>
            <a:r>
              <a:rPr lang="el-GR" sz="1800" dirty="0" smtClean="0"/>
              <a:t>Δηλαδή παραλλαγή της προηγούμενης λύσης </a:t>
            </a:r>
            <a:r>
              <a:rPr lang="el-GR" sz="1800" smtClean="0"/>
              <a:t>με σηματοφόρους.</a:t>
            </a: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675059" y="1067385"/>
            <a:ext cx="10565593" cy="978967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main thread </a:t>
            </a:r>
            <a:r>
              <a:rPr lang="el-GR" sz="2000" dirty="0" smtClean="0"/>
              <a:t>λειτουργεί ως παραγωγός. </a:t>
            </a:r>
            <a:r>
              <a:rPr lang="el-GR" sz="2000" dirty="0"/>
              <a:t>Δ</a:t>
            </a:r>
            <a:r>
              <a:rPr lang="el-GR" sz="2000" dirty="0" smtClean="0"/>
              <a:t>ιαβάζει τιμές από την είσοδο </a:t>
            </a:r>
            <a:r>
              <a:rPr lang="en-US" sz="2000" dirty="0" err="1" smtClean="0"/>
              <a:t>stdin</a:t>
            </a:r>
            <a:r>
              <a:rPr lang="en-US" sz="2000" dirty="0" smtClean="0"/>
              <a:t> </a:t>
            </a:r>
            <a:r>
              <a:rPr lang="el-GR" sz="2000" dirty="0" smtClean="0"/>
              <a:t>και όσο δεν ανιχνεύσει </a:t>
            </a:r>
            <a:r>
              <a:rPr lang="en-US" sz="2000" dirty="0" smtClean="0"/>
              <a:t>EOF </a:t>
            </a:r>
            <a:r>
              <a:rPr lang="el-GR" sz="2000" dirty="0" smtClean="0"/>
              <a:t>δίνει την τιμή που διαβάζει στον επόμενο διαθέσιμο </a:t>
            </a:r>
            <a:r>
              <a:rPr lang="en-US" sz="2000" dirty="0" smtClean="0"/>
              <a:t>worker, </a:t>
            </a:r>
            <a:r>
              <a:rPr lang="el-GR" sz="2000" dirty="0" smtClean="0"/>
              <a:t>χρησιμοποιώντας σηματοφόρους για να αποφευχθούν τα </a:t>
            </a:r>
            <a:r>
              <a:rPr lang="en-US" sz="2000" dirty="0" smtClean="0"/>
              <a:t>race conditions.</a:t>
            </a:r>
            <a:endParaRPr lang="el-GR" sz="2000" dirty="0" smtClean="0"/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3043613" y="2196177"/>
            <a:ext cx="5828484" cy="4010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1600" dirty="0" smtClean="0"/>
              <a:t>while(</a:t>
            </a:r>
            <a:r>
              <a:rPr lang="en-US" sz="1600" dirty="0" err="1" smtClean="0"/>
              <a:t>scanf</a:t>
            </a:r>
            <a:r>
              <a:rPr lang="en-US" sz="1600" dirty="0" smtClean="0"/>
              <a:t> != EOF)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while(!empty)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	wait(condition);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value = temp;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empty = 0;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signal(condition);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unlock(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empty = 0;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on = 0;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signal(condition);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while(working) wait(condition);</a:t>
            </a:r>
            <a:endParaRPr lang="en-US" sz="1600" dirty="0"/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unlock(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του </a:t>
            </a:r>
            <a:r>
              <a:rPr lang="en-US" dirty="0" smtClean="0"/>
              <a:t>worker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578774" y="1122871"/>
            <a:ext cx="9144000" cy="464936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worker thread</a:t>
            </a:r>
            <a:r>
              <a:rPr lang="el-GR" sz="2000" dirty="0" smtClean="0"/>
              <a:t> λειτουργεί ως καταναλωτής:</a:t>
            </a:r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3181755" y="1850671"/>
            <a:ext cx="5828484" cy="4010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50000"/>
              </a:lnSpc>
            </a:pPr>
            <a:r>
              <a:rPr lang="en-US" sz="1600" dirty="0" smtClean="0"/>
              <a:t>while(on)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{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while(empty)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	wait(condition);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if(!on) break;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temp = value;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	empty = 1;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broadcast(condition);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/>
              <a:t>unlock(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  <a:p>
            <a:pPr algn="l">
              <a:lnSpc>
                <a:spcPct val="50000"/>
              </a:lnSpc>
            </a:pPr>
            <a:r>
              <a:rPr lang="en-US" sz="1600" dirty="0"/>
              <a:t>	</a:t>
            </a:r>
            <a:r>
              <a:rPr lang="en-US" sz="1600" dirty="0" smtClean="0">
                <a:solidFill>
                  <a:schemeClr val="bg1">
                    <a:lumMod val="65000"/>
                  </a:schemeClr>
                </a:solidFill>
              </a:rPr>
              <a:t>// process value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}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working--;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signal(condition);</a:t>
            </a:r>
          </a:p>
          <a:p>
            <a:pPr algn="l">
              <a:lnSpc>
                <a:spcPct val="50000"/>
              </a:lnSpc>
            </a:pPr>
            <a:r>
              <a:rPr lang="en-US" sz="1600" dirty="0" smtClean="0"/>
              <a:t>unlock(</a:t>
            </a:r>
            <a:r>
              <a:rPr lang="en-US" sz="1600" dirty="0" err="1" smtClean="0"/>
              <a:t>mutex</a:t>
            </a:r>
            <a:r>
              <a:rPr lang="en-US" sz="1600" dirty="0" smtClean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161</Words>
  <Application>Microsoft Office PowerPoint</Application>
  <PresentationFormat>Ευρεία οθόνη</PresentationFormat>
  <Paragraphs>50</Paragraphs>
  <Slides>4</Slides>
  <Notes>4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3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Θέμα του Office</vt:lpstr>
      <vt:lpstr>Multithreaded prime calculation with monitors</vt:lpstr>
      <vt:lpstr>Αναλογία με παραγωγό-καταναλωτή</vt:lpstr>
      <vt:lpstr>Λειτουργία main</vt:lpstr>
      <vt:lpstr>Λειτουργία του worker thread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36</cp:revision>
  <dcterms:created xsi:type="dcterms:W3CDTF">2021-11-01T11:33:56Z</dcterms:created>
  <dcterms:modified xsi:type="dcterms:W3CDTF">2021-12-18T18:32:25Z</dcterms:modified>
</cp:coreProperties>
</file>