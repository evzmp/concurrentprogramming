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59" r:id="rId5"/>
    <p:sldId id="260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18/12/2021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5424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39100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18/12/2021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18/12/2021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18/12/2021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2025180"/>
            <a:ext cx="10289309" cy="1030638"/>
          </a:xfrm>
        </p:spPr>
        <p:txBody>
          <a:bodyPr>
            <a:normAutofit/>
          </a:bodyPr>
          <a:lstStyle/>
          <a:p>
            <a:r>
              <a:rPr lang="el-GR" dirty="0" smtClean="0"/>
              <a:t>Γέφυρα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Περιγραφή λύσης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8" y="1279535"/>
            <a:ext cx="9144000" cy="1607871"/>
          </a:xfrm>
        </p:spPr>
        <p:txBody>
          <a:bodyPr>
            <a:normAutofit/>
          </a:bodyPr>
          <a:lstStyle/>
          <a:p>
            <a:r>
              <a:rPr lang="el-GR" sz="1600" dirty="0" smtClean="0"/>
              <a:t>Ο στόχος είναι να διέρχονται οχήματα έτσι ώστε: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l-GR" sz="1600" dirty="0" smtClean="0"/>
              <a:t>Να μην υπάρχει περίπτωση δύο οχήματα αντίθετης κατεύθυνσης να βρίσκονται πάνω στη γέφυρα,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l-GR" sz="1600" dirty="0" smtClean="0"/>
              <a:t>Να μην υπάρχει λιμοκτονία δηλαδή ένα αυτοκίνητο να μην μπορέσει να περάσει ποτέ τη γέφυρα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l-GR" sz="1600" dirty="0" smtClean="0"/>
              <a:t>Να μην υπάρχουν πάνω στη γέφυρα παραπάνω οχήματα από τη χωρητικότητά της.</a:t>
            </a:r>
            <a:endParaRPr lang="el-GR" sz="1800" dirty="0" smtClean="0"/>
          </a:p>
        </p:txBody>
      </p:sp>
      <p:sp>
        <p:nvSpPr>
          <p:cNvPr id="6" name="Υπότιτλος 2"/>
          <p:cNvSpPr txBox="1">
            <a:spLocks/>
          </p:cNvSpPr>
          <p:nvPr/>
        </p:nvSpPr>
        <p:spPr>
          <a:xfrm>
            <a:off x="1523998" y="3234154"/>
            <a:ext cx="9144000" cy="547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800" dirty="0" smtClean="0"/>
              <a:t>Επιτυγχάνουμε αμοιβαίο αποκλεισμό με ένα </a:t>
            </a:r>
            <a:r>
              <a:rPr lang="en-US" sz="1800" dirty="0" err="1" smtClean="0"/>
              <a:t>mutex</a:t>
            </a:r>
            <a:r>
              <a:rPr lang="en-US" sz="1800" dirty="0" smtClean="0"/>
              <a:t> </a:t>
            </a:r>
            <a:r>
              <a:rPr lang="el-GR" sz="1800" dirty="0" smtClean="0"/>
              <a:t>και κάποια </a:t>
            </a:r>
            <a:r>
              <a:rPr lang="en-US" sz="1800" dirty="0" smtClean="0"/>
              <a:t>condition variables.</a:t>
            </a: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110097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Περιγραφή λύσης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8" y="1279535"/>
            <a:ext cx="9144000" cy="1293301"/>
          </a:xfrm>
        </p:spPr>
        <p:txBody>
          <a:bodyPr>
            <a:normAutofit/>
          </a:bodyPr>
          <a:lstStyle/>
          <a:p>
            <a:r>
              <a:rPr lang="el-GR" sz="2000" dirty="0" smtClean="0"/>
              <a:t>Ένα αυτοκίνητο επιτρέπεται να περάσει τη γέφυρα όταν: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Γέφυρα κενή και είναι η σειρά του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Γέφυρα έχει αυτοκίνητα ίδιου τύπου (αλλά δεν είναι γεμάτη)</a:t>
            </a:r>
          </a:p>
        </p:txBody>
      </p:sp>
      <p:sp>
        <p:nvSpPr>
          <p:cNvPr id="6" name="Υπότιτλος 2"/>
          <p:cNvSpPr txBox="1">
            <a:spLocks/>
          </p:cNvSpPr>
          <p:nvPr/>
        </p:nvSpPr>
        <p:spPr>
          <a:xfrm>
            <a:off x="1523998" y="2741708"/>
            <a:ext cx="9144000" cy="1607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800" dirty="0" smtClean="0"/>
              <a:t>Ένα αυτοκίνητο, περνώντας τη γέφυρα ελέγχει την ουρά των απέναντι αυτοκινήτων και την ουρά της δικής του πλευράς και αναλόγως λαμβάνει αποφάσεις για το ποιόν θα ξυπνήσει (αν ξυπνήσει κάποιον).</a:t>
            </a:r>
          </a:p>
          <a:p>
            <a:pPr algn="l"/>
            <a:r>
              <a:rPr lang="el-GR" sz="1800" dirty="0" smtClean="0"/>
              <a:t>Για να βεβαιώσουμε την «δικαιοσύνη» στη λύση μας αλλάζουμε τη σειρά κατεύθυνσης όταν περάσουν το πολύ </a:t>
            </a:r>
            <a:r>
              <a:rPr lang="en-US" sz="1800" dirty="0" smtClean="0"/>
              <a:t>N </a:t>
            </a:r>
            <a:r>
              <a:rPr lang="el-GR" sz="1800" dirty="0" smtClean="0"/>
              <a:t>αυτοκίνητα μιας κατεύθυνσης, όπου Ν το μέγεθος της γέφυρας.</a:t>
            </a: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36320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</a:t>
            </a:r>
            <a:r>
              <a:rPr lang="en-US" dirty="0" smtClean="0"/>
              <a:t> car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813201" y="1105486"/>
            <a:ext cx="10565593" cy="656640"/>
          </a:xfrm>
        </p:spPr>
        <p:txBody>
          <a:bodyPr>
            <a:noAutofit/>
          </a:bodyPr>
          <a:lstStyle/>
          <a:p>
            <a:pPr algn="l"/>
            <a:r>
              <a:rPr lang="el-GR" sz="2000" dirty="0" smtClean="0"/>
              <a:t>Το </a:t>
            </a:r>
            <a:r>
              <a:rPr lang="en-US" sz="2000" dirty="0" smtClean="0"/>
              <a:t>car thread </a:t>
            </a:r>
            <a:r>
              <a:rPr lang="el-GR" sz="2000" dirty="0" smtClean="0"/>
              <a:t>ελέγχει την κατεύθυνσή του και αναλόγως περνά ή όχι την γέφυρα.</a:t>
            </a:r>
            <a:r>
              <a:rPr lang="en-US" sz="2000" dirty="0" smtClean="0"/>
              <a:t> </a:t>
            </a:r>
            <a:r>
              <a:rPr lang="el-GR" sz="2000" dirty="0" smtClean="0"/>
              <a:t>Αντίστοιχα με το </a:t>
            </a:r>
            <a:r>
              <a:rPr lang="en-US" sz="2000" dirty="0" smtClean="0"/>
              <a:t>if(</a:t>
            </a:r>
            <a:r>
              <a:rPr lang="en-US" sz="2000" dirty="0" err="1" smtClean="0"/>
              <a:t>dir</a:t>
            </a:r>
            <a:r>
              <a:rPr lang="en-US" sz="2000" dirty="0" smtClean="0"/>
              <a:t> == left) </a:t>
            </a:r>
            <a:r>
              <a:rPr lang="el-GR" sz="2000" dirty="0" smtClean="0"/>
              <a:t>και εντελώς συμμετρικά υλοποιείται η περίπτωση </a:t>
            </a:r>
            <a:r>
              <a:rPr lang="en-US" sz="2000" dirty="0" smtClean="0"/>
              <a:t>if(</a:t>
            </a:r>
            <a:r>
              <a:rPr lang="en-US" sz="2000" dirty="0" err="1" smtClean="0"/>
              <a:t>dir</a:t>
            </a:r>
            <a:r>
              <a:rPr lang="en-US" sz="2000" dirty="0" smtClean="0"/>
              <a:t> == right).</a:t>
            </a:r>
            <a:endParaRPr lang="el-GR" sz="2000" dirty="0" smtClean="0"/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1704689" y="2062455"/>
            <a:ext cx="8782615" cy="4413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30000"/>
              </a:lnSpc>
            </a:pPr>
            <a:r>
              <a:rPr lang="en-US" sz="1400" dirty="0" smtClean="0"/>
              <a:t>lock(</a:t>
            </a:r>
            <a:r>
              <a:rPr lang="en-US" sz="1400" dirty="0" err="1" smtClean="0"/>
              <a:t>mutex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 smtClean="0"/>
              <a:t>cars++;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i</a:t>
            </a:r>
            <a:r>
              <a:rPr lang="en-US" sz="1400" dirty="0" smtClean="0"/>
              <a:t>f(</a:t>
            </a:r>
            <a:r>
              <a:rPr lang="en-US" sz="1400" dirty="0" err="1" smtClean="0"/>
              <a:t>dir</a:t>
            </a:r>
            <a:r>
              <a:rPr lang="en-US" sz="1400" dirty="0" smtClean="0"/>
              <a:t> == left)</a:t>
            </a:r>
          </a:p>
          <a:p>
            <a:pPr algn="l">
              <a:lnSpc>
                <a:spcPct val="30000"/>
              </a:lnSpc>
            </a:pPr>
            <a:r>
              <a:rPr lang="en-US" sz="1400" dirty="0" smtClean="0"/>
              <a:t>{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while(right cars on bridge || (left cars on bridge &amp;&amp; left cars count == capacity) || turn == right)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{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wait(</a:t>
            </a:r>
            <a:r>
              <a:rPr lang="en-US" sz="1400" dirty="0" err="1" smtClean="0"/>
              <a:t>leftCanPass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}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if( ( (left cars on bridge + right cars on bridge) == 0 &amp;&amp; turn == left) || 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(left cars on bridge &amp;&amp; left cars count &lt; capacity &amp;&amp; turn == left) )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{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if (other left cars waiting &amp;&amp; not reached capacity)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	signal(</a:t>
            </a:r>
            <a:r>
              <a:rPr lang="en-US" sz="1400" dirty="0" err="1" smtClean="0"/>
              <a:t>leftCanPass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unlock(</a:t>
            </a:r>
            <a:r>
              <a:rPr lang="en-US" sz="1400" dirty="0" err="1" smtClean="0"/>
              <a:t>mutex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// cross left to right</a:t>
            </a:r>
          </a:p>
          <a:p>
            <a:pPr algn="l">
              <a:lnSpc>
                <a:spcPct val="30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1400" dirty="0" smtClean="0"/>
              <a:t>lock(</a:t>
            </a:r>
            <a:r>
              <a:rPr lang="en-US" sz="1400" dirty="0" err="1" smtClean="0"/>
              <a:t>mutex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depending on queues and turn variable, signal(</a:t>
            </a:r>
            <a:r>
              <a:rPr lang="en-US" sz="1400" dirty="0" err="1" smtClean="0"/>
              <a:t>leftCanPass</a:t>
            </a:r>
            <a:r>
              <a:rPr lang="en-US" sz="1400" dirty="0" smtClean="0"/>
              <a:t>) or signal(</a:t>
            </a:r>
            <a:r>
              <a:rPr lang="en-US" sz="1400" dirty="0" err="1" smtClean="0"/>
              <a:t>rightCanPass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unlock(</a:t>
            </a:r>
            <a:r>
              <a:rPr lang="en-US" sz="1400" dirty="0" err="1" smtClean="0"/>
              <a:t>mutex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	break;</a:t>
            </a:r>
          </a:p>
          <a:p>
            <a:pPr algn="l">
              <a:lnSpc>
                <a:spcPct val="30000"/>
              </a:lnSpc>
            </a:pPr>
            <a:r>
              <a:rPr lang="en-US" sz="1400" dirty="0"/>
              <a:t>	</a:t>
            </a:r>
            <a:r>
              <a:rPr lang="en-US" sz="1400" dirty="0" smtClean="0"/>
              <a:t>}</a:t>
            </a:r>
          </a:p>
          <a:p>
            <a:pPr algn="l">
              <a:lnSpc>
                <a:spcPct val="30000"/>
              </a:lnSpc>
            </a:pPr>
            <a:r>
              <a:rPr lang="en-US" sz="1400" dirty="0" smtClean="0"/>
              <a:t>}</a:t>
            </a:r>
          </a:p>
          <a:p>
            <a:pPr algn="l">
              <a:lnSpc>
                <a:spcPct val="30000"/>
              </a:lnSpc>
            </a:pPr>
            <a:r>
              <a:rPr lang="en-US" sz="1400" dirty="0" smtClean="0"/>
              <a:t>if(cars == 0) signal(</a:t>
            </a:r>
            <a:r>
              <a:rPr lang="en-US" sz="1400" dirty="0" err="1" smtClean="0"/>
              <a:t>mainLeave</a:t>
            </a:r>
            <a:r>
              <a:rPr lang="en-US" sz="1400" dirty="0" smtClean="0"/>
              <a:t>);</a:t>
            </a:r>
          </a:p>
          <a:p>
            <a:pPr algn="l">
              <a:lnSpc>
                <a:spcPct val="30000"/>
              </a:lnSpc>
            </a:pPr>
            <a:endParaRPr lang="el-GR" sz="1400" dirty="0" smtClean="0"/>
          </a:p>
        </p:txBody>
      </p:sp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n-US" dirty="0" smtClean="0"/>
              <a:t>main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165221" y="1234530"/>
            <a:ext cx="9861553" cy="737145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Η </a:t>
            </a:r>
            <a:r>
              <a:rPr lang="en-US" sz="2000" dirty="0" smtClean="0"/>
              <a:t>main thread </a:t>
            </a:r>
            <a:r>
              <a:rPr lang="el-GR" sz="2000" dirty="0" smtClean="0"/>
              <a:t>παράγει αυτοκίνητα. Δεν διαχειρίζεται η ίδια τα αυτοκίνητα</a:t>
            </a:r>
            <a:r>
              <a:rPr lang="en-US" sz="2000" dirty="0" smtClean="0"/>
              <a:t>. </a:t>
            </a:r>
            <a:r>
              <a:rPr lang="el-GR" sz="2000" dirty="0" smtClean="0"/>
              <a:t>Όλη η επικοινωνία για το ποιος θα περάσει γίνεται μεταξύ των ίδιων των αυτοκινήτων.</a:t>
            </a:r>
          </a:p>
        </p:txBody>
      </p:sp>
      <p:sp>
        <p:nvSpPr>
          <p:cNvPr id="5" name="Υπότιτλος 6"/>
          <p:cNvSpPr txBox="1">
            <a:spLocks/>
          </p:cNvSpPr>
          <p:nvPr/>
        </p:nvSpPr>
        <p:spPr>
          <a:xfrm>
            <a:off x="3921120" y="2790825"/>
            <a:ext cx="4349754" cy="2428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2000" dirty="0" smtClean="0"/>
              <a:t>while(1)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000" dirty="0"/>
              <a:t>	</a:t>
            </a:r>
            <a:r>
              <a:rPr lang="en-US" sz="2000" dirty="0" smtClean="0"/>
              <a:t>if(scan == EOF) break;</a:t>
            </a:r>
          </a:p>
          <a:p>
            <a:pPr algn="l">
              <a:lnSpc>
                <a:spcPct val="50000"/>
              </a:lnSpc>
            </a:pPr>
            <a:r>
              <a:rPr lang="en-US" sz="2000" dirty="0"/>
              <a:t>	</a:t>
            </a:r>
            <a:r>
              <a:rPr lang="en-US" sz="2000" dirty="0" err="1" smtClean="0"/>
              <a:t>create_thread</a:t>
            </a:r>
            <a:r>
              <a:rPr lang="en-US" sz="2000" dirty="0" smtClean="0"/>
              <a:t>(car);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on = 0;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If(cars)</a:t>
            </a:r>
          </a:p>
          <a:p>
            <a:pPr algn="l">
              <a:lnSpc>
                <a:spcPct val="50000"/>
              </a:lnSpc>
            </a:pPr>
            <a:r>
              <a:rPr lang="en-US" sz="2000" dirty="0"/>
              <a:t>	</a:t>
            </a:r>
            <a:r>
              <a:rPr lang="en-US" sz="2000" dirty="0" smtClean="0"/>
              <a:t>wait(</a:t>
            </a:r>
            <a:r>
              <a:rPr lang="en-US" sz="2000" dirty="0" err="1" smtClean="0"/>
              <a:t>mainLeave</a:t>
            </a:r>
            <a:r>
              <a:rPr lang="en-US" sz="20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270</Words>
  <Application>Microsoft Office PowerPoint</Application>
  <PresentationFormat>Ευρεία οθόνη</PresentationFormat>
  <Paragraphs>59</Paragraphs>
  <Slides>5</Slides>
  <Notes>5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Θέμα του Office</vt:lpstr>
      <vt:lpstr>Γέφυρα</vt:lpstr>
      <vt:lpstr>Περιγραφή λύσης</vt:lpstr>
      <vt:lpstr>Περιγραφή λύσης</vt:lpstr>
      <vt:lpstr>Λειτουργία car thread</vt:lpstr>
      <vt:lpstr>Λειτουργία main thread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44</cp:revision>
  <dcterms:created xsi:type="dcterms:W3CDTF">2021-11-01T11:33:56Z</dcterms:created>
  <dcterms:modified xsi:type="dcterms:W3CDTF">2021-12-18T18:32:03Z</dcterms:modified>
</cp:coreProperties>
</file>